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03120"/>
            <a:ext cx="1371600" cy="9144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7931E"/>
                </a:solidFill>
                <a:latin typeface="Calibri"/>
              </a:rPr>
              <a:t>КУРСОВАЯ РАБОТА ПО ДИСЦИПЛИНЕ «ОПЕРАЦИОННЫЕ СИСТЕМЫ»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Изоляция Ethereum-ноды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средствами безопасности ядра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4E6EB"/>
                </a:solidFill>
                <a:latin typeface="Calibri"/>
              </a:rPr>
              <a:t>Защита промежуточного варианта (1 пункт)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Выполнил: студент гр. 5151003/40001 В. Тоцкий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Руководитель: ст. преп. Г.Д. Гавва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СПбПУ, ИКНК, ВШКБ · 4 семестр ·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Ethereum-нода — инфраструктурный компонент Web3, обрабатывающий недоверенный сетевой трафик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Процесс хранит криптографические ключи и подписывает транзакции; компрометация → прямое хищение активов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Большая кодовая база клиентов (Geth, Reth, Erigon) и нативные зависимости → потенциальные уязвимости парсеров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Линия карьерных интересов: Web3 Security / Smart Contract Auditing (SingularityNET, ASI Chain)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Linux предоставляет штатные механизмы изоляции — seccomp, namespaces, cgroups — без внешних средств защиты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Задача изоляции процесса на уровне ядра ОС соответствует профилю дисциплины «Операционные системы»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Применить штатные механизмы ядра Linux для защиты процесса Ethereum-ноды: минимизировать поверхность атаки и ограничить права процесса на уровне ядра ОС.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4E6EB"/>
                </a:solidFill>
                <a:latin typeface="Calibri"/>
              </a:rPr>
              <a:t>—  Построить модель угроз для Ethereum-ноды как пользовательского процесса Linux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6EB"/>
                </a:solidFill>
                <a:latin typeface="Calibri"/>
              </a:rPr>
              <a:t>—  Изучить механизмы seccomp BPF, namespaces, cgroups v2 — применимость к задаче изоляции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6EB"/>
                </a:solidFill>
                <a:latin typeface="Calibri"/>
              </a:rPr>
              <a:t>—  Профилировать системные вызовы ноды Anvil (strace, perf), составить whitelist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6EB"/>
                </a:solidFill>
                <a:latin typeface="Calibri"/>
              </a:rPr>
              <a:t>—  Разработать seccomp-профиль и построить изолированную среду (net namespace + cgroup)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6EB"/>
                </a:solidFill>
                <a:latin typeface="Calibri"/>
              </a:rPr>
              <a:t>—  Сравнить модель угроз до и после применения защитных мер, оформить стенд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Объект: Ethereum-нода (Anvil)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5B8"/>
                </a:solidFill>
                <a:latin typeface="Calibri"/>
              </a:rPr>
              <a:t>Anvil — локальная JSON-RPC-нода из набора Foundry, без синхронизации публичной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Ядро ОС → набор примитивов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epoll_wait, read, write — event loop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sendto, recvfrom — p2p и JSON-RPC сокеты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mmap, pread, pwrite — БД состояния (LevelDB/RocksDB)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clone, futex — многопоточность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openat, fstat, close — файлы и ключи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Особенности процесса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Постоянно слушает недоверенный трафик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Работа с приватными ключами в адресном пространстве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Интенсивный I/O по БД состояния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Тяжёлое CPU/RAM при валидации блоков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E4E6EB"/>
                </a:solidFill>
                <a:latin typeface="Calibri"/>
              </a:rPr>
              <a:t>—  Поведение эквивалентно промышленным клиентам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Модель угроз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5B8"/>
                </a:solidFill>
                <a:latin typeface="Calibri"/>
              </a:rPr>
              <a:t>Базовое предположение: атакующий получил RCE в контексте процесса ноды, без прав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945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Удалённое исполнение кода через парсеры JSON-RPC / p2p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LPE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Повышение привилегий до суперпользователя через уязвимости ядра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Эксфильтрация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6576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Чтение /etc/shadow, ключей других процессов, конфигураций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3891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Исчерпание CPU, памяти, дескрипторов — удар по системе в целом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Сетевые атаки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1206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Открытие туннеля наружу, сканирование локальной сети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Три уровня защиты средствами ядра Linux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657600" cy="4206240"/>
          </a:xfrm>
          <a:prstGeom prst="roundRect">
            <a:avLst/>
          </a:prstGeom>
          <a:solidFill>
            <a:srgbClr val="1E2A44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7931E"/>
                </a:solidFill>
                <a:latin typeface="Calibri"/>
              </a:rPr>
              <a:t>seccomp BPF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Фильтр системных вызовов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Whitelist минимально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необходимых syscalls.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Всё остальное блокируется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ядром (KILL / ERRNO)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657600" cy="4206240"/>
          </a:xfrm>
          <a:prstGeom prst="roundRect">
            <a:avLst/>
          </a:prstGeom>
          <a:solidFill>
            <a:srgbClr val="1E2A44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7931E"/>
                </a:solidFill>
                <a:latin typeface="Calibri"/>
              </a:rPr>
              <a:t>namespaces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Разделение ресурсов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net namespace: изоляция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сетевых интерфейсов.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mount namespace: ограничение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видимости ФС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657600" cy="4206240"/>
          </a:xfrm>
          <a:prstGeom prst="roundRect">
            <a:avLst/>
          </a:prstGeom>
          <a:solidFill>
            <a:srgbClr val="1E2A44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7931E"/>
                </a:solidFill>
                <a:latin typeface="Calibri"/>
              </a:rPr>
              <a:t>cgroups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8"/>
                </a:solidFill>
                <a:latin typeface="Calibri"/>
              </a:rPr>
              <a:t>Квотирование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memory.max, cpu.max,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pids.max, io.max.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Защита от DoS и fork-bomb</a:t>
            </a:r>
          </a:p>
          <a:p>
            <a:pPr algn="l"/>
            <a:r>
              <a:rPr sz="1400" b="0">
                <a:solidFill>
                  <a:srgbClr val="E4E6EB"/>
                </a:solidFill>
                <a:latin typeface="Calibri"/>
              </a:rPr>
              <a:t>из скомпрометированного процесса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seccomp BPF: фильтрация системных вызовов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Ядро применяет программу cBPF к каждому syscall процесса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Действия: ALLOW · KILL_PROCESS · ERRNO · TRAP · LOG · USER_NOTIF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Установка: prctl(PR_SET_SECCOMP) или seccomp(2), обязателен no_new_privs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Инструментарий: libseccomp (высокоуровневый API), scmp_sys_resolver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Фильтр наследуется при fork/clone и не может быть ослаблен (монотонно сужает)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6EB"/>
                </a:solidFill>
                <a:latin typeface="Calibri"/>
              </a:rPr>
              <a:t>—  Whitelist для ноды ≈ 40–60 syscalls; блокируются mount, init_module, bpf и т. 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namespaces: разделение ресурсов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8 типов пространств имён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mnt — точки монтирования ФС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pid — иерархия PID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net — сетевые интерфейсы и сокеты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ipc — System V IPC, POSIX-очереди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uts — имя хоста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user — UID/GID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cgroup,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alibri"/>
              </a:rPr>
              <a:t>Применение в работе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net ns — единственный доступный интерфейс: veth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Фиксированный маршрут на хостовый мост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Блокировка открытия произвольных соединений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mount ns — «чистое» представление ФС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Доступны: рабочий каталог ноды, ключи, libc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4E6EB"/>
                </a:solidFill>
                <a:latin typeface="Calibri"/>
              </a:rPr>
              <a:t>—  API: clone(CLONE_NEW*), unshare, setns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cgroups v2: квотирование ресурсов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5B8"/>
                </a:solidFill>
                <a:latin typeface="Calibri"/>
              </a:rPr>
              <a:t>Единая иерархия в /sys/fs/cgroup; процесс ↔ cgroup через cgroup.procs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onsolas"/>
              </a:rPr>
              <a:t>memory.max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9456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Лимит RAM; OOM-killer завершает только процесс ноды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onsolas"/>
              </a:rPr>
              <a:t>cpu.max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Квота CPU в формате «&lt;квота&gt;/&lt;период&gt;» (80000/100000 = 80% ядра)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onsolas"/>
              </a:rPr>
              <a:t>pids.max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4048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Максимум процессов — защита от fork bomb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931E"/>
                </a:solidFill>
                <a:latin typeface="Consolas"/>
              </a:rPr>
              <a:t>io.max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66344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Пропускная способность дискового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Практическая часть (разделы 2–3)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Развернуть Anvil и проверить JSON-RPC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373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Снять syscall-профиль через strace и perf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063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Построить whitelist seccomp через libseccomp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69748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7063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7889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Создать net namespace с veth ↔ мост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749039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1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79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Завести cgroup с memory/cpu/pids лимитами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749039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22191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40479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Сценарий симулируемой атаки: RCE → эскалация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9204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Сравнить поведение: без защиты vs с изоляцией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73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41B2D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89204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6EB"/>
                </a:solidFill>
                <a:latin typeface="Calibri"/>
              </a:rPr>
              <a:t>Оформить воспроизводимый стенд на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74320" cy="731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Ожидаемые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4E6EB"/>
                </a:solidFill>
                <a:latin typeface="Calibri"/>
              </a:rPr>
              <a:t>—  Обоснованный seccomp-профиль для Ethereum-ноды (whitelist ≈ 40–60 syscalls)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6EB"/>
                </a:solidFill>
                <a:latin typeface="Calibri"/>
              </a:rPr>
              <a:t>—  Работающая изолированная среда запуска: net namespace + cgroup + seccomp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6EB"/>
                </a:solidFill>
                <a:latin typeface="Calibri"/>
              </a:rPr>
              <a:t>—  Сравнительный анализ модели угроз до и после применения защитных мер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6EB"/>
                </a:solidFill>
                <a:latin typeface="Calibri"/>
              </a:rPr>
              <a:t>—  Документированный воспроизводимый стенд (README + скрипты + конфиги) на GitHub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6EB"/>
                </a:solidFill>
                <a:latin typeface="Calibri"/>
              </a:rPr>
              <a:t>—  Опыт, применимый в задачах Web3-инфраструктуры: защита промышленных клиентов (Geth, Reth)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5B8"/>
                </a:solidFill>
                <a:latin typeface="Calibri"/>
              </a:rPr>
              <a:t>Курсовая работа по ОС · Тоцкий В. · гр. 5151003/40001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5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0" y="3017520"/>
            <a:ext cx="731520" cy="109728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7931E"/>
                </a:solidFill>
                <a:latin typeface="Calibri"/>
              </a:rPr>
              <a:t>Готов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