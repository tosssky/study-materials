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88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1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61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09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36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08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5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7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15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288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905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6264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636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382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0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10902-25AF-4549-8F33-8E9CBC8D7EB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1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4AE3D-DB9B-83F7-FEA6-FABF30432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2434885"/>
          </a:xfrm>
        </p:spPr>
        <p:txBody>
          <a:bodyPr/>
          <a:lstStyle/>
          <a:p>
            <a:r>
              <a:rPr lang="ru-RU" dirty="0"/>
              <a:t>Условное математическое ожидание</a:t>
            </a:r>
          </a:p>
        </p:txBody>
      </p:sp>
    </p:spTree>
    <p:extLst>
      <p:ext uri="{BB962C8B-B14F-4D97-AF65-F5344CB8AC3E}">
        <p14:creationId xmlns:p14="http://schemas.microsoft.com/office/powerpoint/2010/main" val="358473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1D4B14-95C6-E960-93F3-69941B197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048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4A56C0-5BD4-5FE4-2613-45A472A3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92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82AA8E-A405-7A72-F11F-044FEF6A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270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C12A78-EEE4-BE64-E110-B44D7DC8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09421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E4E637-C800-0D78-C46E-47CF1553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291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9C37BB-A76B-667D-E326-C40AA6B0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735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7D8D35-47A3-3BE6-8070-7B530CB44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7289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1113E1-EC22-6AF7-1322-FB16C8F5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8563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6E3152-495D-B7E7-619A-16CAEE1FB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951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F666B9-DAF6-39D5-5F2C-06CA40AC9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5170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FA9F7F-67E2-EF7E-1FD6-D252357B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345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35701D-4DB6-D007-0730-7E07E139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05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065482-1D6B-593C-9E1C-9E87558B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7291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0532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C75BF2-AE5D-6D03-58D6-1BD6638F5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04717" cy="68491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8221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F9C0BF-24E7-C813-B8E4-8FB85BBC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0283124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3</Words>
  <Application>Microsoft Office PowerPoint</Application>
  <PresentationFormat>Широкоэкранный</PresentationFormat>
  <Paragraphs>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Условное математическое ожидание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2020-11-29T22:08:19Z</dcterms:created>
  <dcterms:modified xsi:type="dcterms:W3CDTF">2026-04-22T18:59:59Z</dcterms:modified>
</cp:coreProperties>
</file>