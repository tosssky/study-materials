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6" r:id="rId3"/>
    <p:sldId id="256" r:id="rId4"/>
    <p:sldId id="264" r:id="rId5"/>
    <p:sldId id="265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44" d="100"/>
          <a:sy n="44" d="100"/>
        </p:scale>
        <p:origin x="28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1E33-6B30-4140-BB8A-12C15CBA746D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21A6-8684-4B24-8E46-67CF9F5C76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1940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1E33-6B30-4140-BB8A-12C15CBA746D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21A6-8684-4B24-8E46-67CF9F5C76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2636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1E33-6B30-4140-BB8A-12C15CBA746D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21A6-8684-4B24-8E46-67CF9F5C76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3805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1E33-6B30-4140-BB8A-12C15CBA746D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21A6-8684-4B24-8E46-67CF9F5C76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8354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1E33-6B30-4140-BB8A-12C15CBA746D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21A6-8684-4B24-8E46-67CF9F5C76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3055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1E33-6B30-4140-BB8A-12C15CBA746D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21A6-8684-4B24-8E46-67CF9F5C76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750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1E33-6B30-4140-BB8A-12C15CBA746D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21A6-8684-4B24-8E46-67CF9F5C76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6033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1E33-6B30-4140-BB8A-12C15CBA746D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21A6-8684-4B24-8E46-67CF9F5C76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370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1E33-6B30-4140-BB8A-12C15CBA746D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21A6-8684-4B24-8E46-67CF9F5C76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710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1E33-6B30-4140-BB8A-12C15CBA746D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21A6-8684-4B24-8E46-67CF9F5C76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9205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1E33-6B30-4140-BB8A-12C15CBA746D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21A6-8684-4B24-8E46-67CF9F5C7638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8833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1E33-6B30-4140-BB8A-12C15CBA746D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21A6-8684-4B24-8E46-67CF9F5C76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3388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1E33-6B30-4140-BB8A-12C15CBA746D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21A6-8684-4B24-8E46-67CF9F5C7638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466398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1E33-6B30-4140-BB8A-12C15CBA746D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21A6-8684-4B24-8E46-67CF9F5C76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51298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1E33-6B30-4140-BB8A-12C15CBA746D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21A6-8684-4B24-8E46-67CF9F5C76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5404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1E33-6B30-4140-BB8A-12C15CBA746D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321A6-8684-4B24-8E46-67CF9F5C76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9034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31E33-6B30-4140-BB8A-12C15CBA746D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93321A6-8684-4B24-8E46-67CF9F5C76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8665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DE6FF4A-0AEE-2487-C18A-AEAEA337D0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Цепи Маркова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5AE9BC36-99C7-9EBA-88CC-041A8CBA6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Вероятности перехода за </a:t>
            </a:r>
            <a:r>
              <a:rPr lang="en-US" sz="2800" i="1" dirty="0"/>
              <a:t>n</a:t>
            </a:r>
            <a:r>
              <a:rPr lang="ru-RU" sz="2800" dirty="0"/>
              <a:t> шагов</a:t>
            </a:r>
          </a:p>
        </p:txBody>
      </p:sp>
    </p:spTree>
    <p:extLst>
      <p:ext uri="{BB962C8B-B14F-4D97-AF65-F5344CB8AC3E}">
        <p14:creationId xmlns:p14="http://schemas.microsoft.com/office/powerpoint/2010/main" val="1544926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9337CEF-24DA-6619-C0C7-4A0D3143D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66537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08BF67F-661F-D848-5895-BD009F8DC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46903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E58A831-9F8B-5473-0D24-0A4374E43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85670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08A1C8B-0714-5545-9088-0A9DCDAAF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B1C30AA-847B-369A-4B94-AD9FF7AB83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4180" y="78913"/>
            <a:ext cx="2174665" cy="28149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3887D3-1670-7D4A-2386-8A096D6B3264}"/>
              </a:ext>
            </a:extLst>
          </p:cNvPr>
          <p:cNvSpPr txBox="1"/>
          <p:nvPr/>
        </p:nvSpPr>
        <p:spPr>
          <a:xfrm>
            <a:off x="8898303" y="2940064"/>
            <a:ext cx="3105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Колмогоров А.Н.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DC17047-8C77-46BB-320E-6A96A14C117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3333"/>
          <a:stretch/>
        </p:blipFill>
        <p:spPr>
          <a:xfrm>
            <a:off x="9263311" y="3524244"/>
            <a:ext cx="2160000" cy="280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8A7AC65-4CB8-7292-A383-D6FE5C55C96E}"/>
              </a:ext>
            </a:extLst>
          </p:cNvPr>
          <p:cNvSpPr txBox="1"/>
          <p:nvPr/>
        </p:nvSpPr>
        <p:spPr>
          <a:xfrm>
            <a:off x="8898302" y="6347307"/>
            <a:ext cx="3105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Чепмен С.</a:t>
            </a:r>
          </a:p>
        </p:txBody>
      </p:sp>
    </p:spTree>
    <p:extLst>
      <p:ext uri="{BB962C8B-B14F-4D97-AF65-F5344CB8AC3E}">
        <p14:creationId xmlns:p14="http://schemas.microsoft.com/office/powerpoint/2010/main" val="848099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E7935D9-B33F-7B3E-2931-FC458399B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00267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5ACBE3E-3A67-4822-B714-97CA83FA9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549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65577233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</TotalTime>
  <Words>15</Words>
  <Application>Microsoft Office PowerPoint</Application>
  <PresentationFormat>Широкоэкранный</PresentationFormat>
  <Paragraphs>4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Аспект</vt:lpstr>
      <vt:lpstr>Цепи Маркова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3</cp:revision>
  <dcterms:created xsi:type="dcterms:W3CDTF">2020-11-01T22:24:56Z</dcterms:created>
  <dcterms:modified xsi:type="dcterms:W3CDTF">2024-11-13T20:09:09Z</dcterms:modified>
</cp:coreProperties>
</file>