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60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19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21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824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67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13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967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794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32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54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8521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180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5659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231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960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74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6D1DD-3AB9-42C9-AF0F-61DCA109D17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2A3A6E-4BA6-4171-AB37-BF2B71906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69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6D777-664F-167E-3494-D386C0874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Условные распределения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301056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119F00-9EFE-1D78-4C6D-0E1594CAD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4749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7ED0-495D-ADB3-CD86-289ED99B3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E91BA5-4E32-BB30-1C8C-DFFA04562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7045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7D07-65AE-7228-DDB6-306883A8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5842E0-B1BE-0307-118D-78125C277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682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9BC78-E107-EEDE-160A-734CCA6C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66008F-5175-CA57-7F4C-EF71A7414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1543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880B-5A55-5C65-710B-D5526E7E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365B8F-B6E7-8493-A654-9D47C957A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6974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2D899-6DAA-DAA8-68B7-8FAB5311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A84645-0544-B813-1A02-9604B4EF7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29141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B23E-A4B1-AFE5-2F90-C7AC7E4FC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E4B55D-C428-C303-C533-D53DFD507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379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3922-5B04-DB71-0D7D-E41BA6D5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F9808F-6C15-3A68-C78D-0BDDC315D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07559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57BD-4CB5-E225-AA89-250A4BD2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69680F-D4CE-DAB6-48A7-A00AD2EAB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0569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0579-A0C9-C9CC-EF8C-722D6B49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E1226E-DC82-1B1F-3778-460A8D818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2344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A177D-ADFE-46D8-F7B8-81F94D16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357523-07B6-1530-C5A9-C0370504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6991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287A-4201-D792-64EF-0C65BE59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AB40B4-4C6E-0913-F1A4-28E215FC6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8582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5113-3E32-2A38-F798-B43FEB78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B2266A-8715-2BA5-8003-1DEFD2008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8664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9079F-26BC-7BE5-E46C-E0617E105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CF591A-F557-9BF7-874A-3E232AB42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11596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069FC-A799-9CCB-6EDB-ABE74665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B6149D-2C15-35A5-1D70-F008E8110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8881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87F7-929D-6D4B-095B-FCB5F0B4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6E2767-9A5F-E959-7610-757CAF857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3034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2334-8774-5197-F78C-003EE52B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683671-DA6A-D169-B22A-275EED8E8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9920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5B20-730D-3E39-66DA-15D3AA80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C82916-B40A-F737-9EC0-43373D56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53484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D74E-B96A-7714-9393-51B13599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0F04B2-B025-2314-0F69-FED497188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18280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AF5F-721F-1ADD-4E8A-A7E542ABB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52243A-42A4-1205-5FF0-FAC614677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2866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8332-6F29-9D22-C287-E8B75352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3DBB34-5B06-FAE9-261D-59640533A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4021311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2</Words>
  <Application>Microsoft Office PowerPoint</Application>
  <PresentationFormat>Широкоэкранный</PresentationFormat>
  <Paragraphs>1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Wingdings 3</vt:lpstr>
      <vt:lpstr>Аспект</vt:lpstr>
      <vt:lpstr>Условные распределения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5</cp:revision>
  <dcterms:created xsi:type="dcterms:W3CDTF">2020-11-29T22:04:02Z</dcterms:created>
  <dcterms:modified xsi:type="dcterms:W3CDTF">2026-04-23T10:04:15Z</dcterms:modified>
</cp:coreProperties>
</file>