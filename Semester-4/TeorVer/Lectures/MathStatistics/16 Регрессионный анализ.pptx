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310" r:id="rId4"/>
    <p:sldId id="311" r:id="rId5"/>
    <p:sldId id="309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90" r:id="rId16"/>
    <p:sldId id="273" r:id="rId17"/>
    <p:sldId id="291" r:id="rId18"/>
    <p:sldId id="292" r:id="rId19"/>
    <p:sldId id="293" r:id="rId20"/>
    <p:sldId id="294" r:id="rId21"/>
    <p:sldId id="295" r:id="rId22"/>
    <p:sldId id="296" r:id="rId23"/>
    <p:sldId id="297" r:id="rId24"/>
    <p:sldId id="298" r:id="rId25"/>
    <p:sldId id="299" r:id="rId26"/>
    <p:sldId id="300" r:id="rId27"/>
    <p:sldId id="301" r:id="rId28"/>
    <p:sldId id="302" r:id="rId29"/>
    <p:sldId id="303" r:id="rId30"/>
    <p:sldId id="304" r:id="rId31"/>
    <p:sldId id="305" r:id="rId32"/>
    <p:sldId id="306" r:id="rId33"/>
    <p:sldId id="307" r:id="rId34"/>
    <p:sldId id="308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6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22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1196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4826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3643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0017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1107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5942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4660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3851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2463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677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422667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17668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836176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72472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98702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99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FBAB4-B2CB-4B4E-B72A-9CF36B9E0168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433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A9A9C0-DB63-9C47-450A-1863F32307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Регрессионный анализ</a:t>
            </a:r>
          </a:p>
        </p:txBody>
      </p:sp>
    </p:spTree>
    <p:extLst>
      <p:ext uri="{BB962C8B-B14F-4D97-AF65-F5344CB8AC3E}">
        <p14:creationId xmlns:p14="http://schemas.microsoft.com/office/powerpoint/2010/main" val="873751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B3B85DF-0978-A395-BFC4-08ED1A092D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89464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2C9B6-F8B8-1158-3ED0-25E01903F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FA8E1F6-B4EE-8470-CA17-EBBD4889C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755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084744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86260-F526-4DB2-CDF5-C62A74219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85AF298-EFDB-FFA2-E0FB-5690AB4E3A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091020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776F1-3C39-90FF-9D30-ED8AAC283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241D307-66D3-1A7E-E1F1-E765398F7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488986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B25ED2A-8D8D-B33B-4736-74C4B42336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563427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4CD8977-833B-CC30-B7C9-0A568C4AB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985856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6DB35D7-A85B-BD86-E8D5-34C8C0D2D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989091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B404660-487B-E38F-C658-2F954E38CE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027485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9CB2AB9-7884-A0A9-179D-1D0B80487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7461284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A967116-0230-8C5C-D469-997A6D7BE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018384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C56C257-001E-4A02-6746-3FA0F095F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B8F46DA-8D79-9573-EBB4-0C5C95236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212" y="4635889"/>
            <a:ext cx="6505575" cy="65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500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E77FAAD-6881-4718-3DC1-1AD09B4A3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0385951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C130D1A-5913-2186-9D9C-79E38B590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975241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B61D3-DE69-1A22-1513-50EDBEC44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5B40061-6547-F902-ED38-41ABA0A30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0437233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3E669A2-6C33-CDF3-7921-7CB688007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467447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E6E2E-081F-6062-825B-67DF4A0C4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9814B7B-F1C0-F8B4-B3CB-87DD5B78D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2340221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37463-82AD-86AF-85D6-F05B19690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AA79CC8-7780-48F2-721D-30887101E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1139802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58AA8-1626-0AB2-012C-31B696C95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2F29DB5-554F-522D-C7C0-7F264E8E6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9716674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8C44B-9842-5458-763E-271AC2638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376C542-4540-3938-D604-5EA9EDEDD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4772447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BA8A7-A7DE-DC86-82ED-437F73456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901C2E1-D8BE-836E-8CA1-24DB202D6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7823548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39347-F469-7E9F-2793-D231D2962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2D85BAE-DE64-BBAC-F921-56514F714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7269227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5C585-556B-3807-8317-C67A3B835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12E85E2-ABC2-5073-D69F-2DA87E113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9833112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0B3B3-18F6-6623-3156-AD833CAA3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17BD58A-EFC7-9522-B64A-20187766E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9397720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EED01-37DC-26FD-AD49-CD80721B3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9D59B6C-707D-5060-1806-7A4C17A07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5D2FF723-2C10-7364-3C3A-EC54526B60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8722" y="189616"/>
            <a:ext cx="3219377" cy="2682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EC8A26C-197C-FF88-CE97-6D7F54590194}"/>
              </a:ext>
            </a:extLst>
          </p:cNvPr>
          <p:cNvSpPr txBox="1"/>
          <p:nvPr/>
        </p:nvSpPr>
        <p:spPr>
          <a:xfrm>
            <a:off x="8880231" y="3269411"/>
            <a:ext cx="331177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600" b="1" dirty="0"/>
              <a:t>Сэр Рональд </a:t>
            </a:r>
            <a:r>
              <a:rPr lang="ru-RU" sz="2600" b="1" dirty="0" err="1"/>
              <a:t>Эйлмер</a:t>
            </a:r>
            <a:r>
              <a:rPr lang="ru-RU" sz="2600" b="1" dirty="0"/>
              <a:t> Фишер</a:t>
            </a:r>
            <a:r>
              <a:rPr lang="ru-RU" sz="2600" dirty="0"/>
              <a:t> (1890—1962) — </a:t>
            </a:r>
            <a:r>
              <a:rPr lang="ru-RU" sz="2600" b="1" dirty="0"/>
              <a:t>англ. статистик, биолог-эволюционист, генетик</a:t>
            </a:r>
            <a:endParaRPr lang="ru-RU" sz="2600" dirty="0"/>
          </a:p>
        </p:txBody>
      </p:sp>
    </p:spTree>
    <p:extLst>
      <p:ext uri="{BB962C8B-B14F-4D97-AF65-F5344CB8AC3E}">
        <p14:creationId xmlns:p14="http://schemas.microsoft.com/office/powerpoint/2010/main" val="29904924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40B69-1767-4DB4-D45F-B803080DA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7CD01F1-7442-395A-168C-96D9A7F83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7545733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732B9-DB3F-64D5-7AE9-C8EA035DF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4DE6566-7136-E082-32E4-932A20354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0042142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0D26D-1784-41A6-52D2-975079B58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B0A8E70-B654-1991-2E4D-354F4B63A6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6143599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B965A-9C08-3EBF-9EDB-9E4DE97F0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7F65238-D2FA-8C92-28ED-2AC5FFBB4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8062490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C3FDE-31EF-7626-45FD-AC2EAE764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24F57BD-CF29-C9BE-986C-80425C9EC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83240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F8853-383A-6310-F85E-2BF0209E5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6E2CF5B-504F-7D31-1671-146F54CF7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0936437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F9A2B-ECFC-3FC6-74EB-BE4287DF0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DCAA9CC-8102-371B-A16C-09917866E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958134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F3E6E-F7F4-03B7-1140-8112F8D41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036C260-3293-A7B8-982A-56CF23A51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0278864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6ABC2-008B-23C7-4445-EF958C6E0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5369D23-04B4-5037-EDBF-EFE0C7DB3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782467875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63</TotalTime>
  <Words>17</Words>
  <Application>Microsoft Office PowerPoint</Application>
  <PresentationFormat>Широкоэкранный</PresentationFormat>
  <Paragraphs>2</Paragraphs>
  <Slides>34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34</vt:i4>
      </vt:variant>
    </vt:vector>
  </HeadingPairs>
  <TitlesOfParts>
    <vt:vector size="38" baseType="lpstr">
      <vt:lpstr>Arial</vt:lpstr>
      <vt:lpstr>Trebuchet MS</vt:lpstr>
      <vt:lpstr>Wingdings 3</vt:lpstr>
      <vt:lpstr>Аспект</vt:lpstr>
      <vt:lpstr>Регрессионный анализ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Елена Александрова</dc:creator>
  <cp:lastModifiedBy>Елена Александрова</cp:lastModifiedBy>
  <cp:revision>11</cp:revision>
  <dcterms:created xsi:type="dcterms:W3CDTF">2020-05-06T22:34:36Z</dcterms:created>
  <dcterms:modified xsi:type="dcterms:W3CDTF">2026-04-22T19:01:10Z</dcterms:modified>
</cp:coreProperties>
</file>