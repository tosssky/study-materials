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235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683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90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97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09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51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50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42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6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49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4281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853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2161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198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677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95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CF6D9-B045-43D7-B9BA-2C4B55ACCF8E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72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2ADCB22-7258-7B6B-F002-175C1ED73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Критерий отношения 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3726508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4735AE-85AC-FD24-477E-4354825AF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2762"/>
            <a:ext cx="9747743" cy="68807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1506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E27217-C172-8257-38E9-470ED681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8375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0D5079-7AF3-E7D1-8099-8328735A8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5557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9C12EC-68FC-257D-3FE8-035E3030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66258"/>
            <a:ext cx="9809363" cy="69242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867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21E3E4-5A19-67DC-3E88-126EF51C1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1414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E1FA41-F5F2-6288-D4A8-1116EBAAE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806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AA87A5-408E-5B33-69D7-A0CD0C5E0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62556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2D5BB3-B9EE-33B0-C6FB-BC79EA6FD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2310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B5DFDF-9B41-D359-A12A-534191462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1877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E7D5EF-E36B-DBAF-EC8E-183AE8764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671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9CFECE-11F8-A3D0-6B08-F2CF3C4FE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20293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CBF284-C206-7ABF-6119-CB2261A2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36059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76CF3B-F923-B55E-0D42-E8037A027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5823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6C1C56-74A1-F0B2-EEC4-B54A834F8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1663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0063E-03BE-90BA-05B9-95BB81F32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2009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C6AC8B-62A3-026C-3ECA-A9291134C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88618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FEE1A5-8A84-7665-BD7D-94C73FF92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63457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80A184-5C6F-CEC9-6D30-ABAB6092F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3091752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</TotalTime>
  <Words>3</Words>
  <Application>Microsoft Office PowerPoint</Application>
  <PresentationFormat>Широкоэкранный</PresentationFormat>
  <Paragraphs>1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Аспект</vt:lpstr>
      <vt:lpstr>Критерий отношения правдоподобия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8</cp:revision>
  <dcterms:created xsi:type="dcterms:W3CDTF">2020-05-06T21:23:54Z</dcterms:created>
  <dcterms:modified xsi:type="dcterms:W3CDTF">2026-04-08T13:30:21Z</dcterms:modified>
</cp:coreProperties>
</file>