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196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8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3643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0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10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9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660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85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463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7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22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6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617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247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870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FBAB4-B2CB-4B4E-B72A-9CF36B9E0168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1C4CC95-B633-4AE8-8B0A-6D6D8F53FD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3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F109DB0-B938-5BBE-83E7-B7A43CB2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1"/>
            <a:ext cx="7766936" cy="1646302"/>
          </a:xfrm>
        </p:spPr>
        <p:txBody>
          <a:bodyPr/>
          <a:lstStyle/>
          <a:p>
            <a:r>
              <a:rPr lang="ru-RU" dirty="0"/>
              <a:t>Многопараметрические гипотезы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9B2F0B3-4F00-F003-7761-6549B401B9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Метод отношения правдоподобия</a:t>
            </a:r>
          </a:p>
        </p:txBody>
      </p:sp>
    </p:spTree>
    <p:extLst>
      <p:ext uri="{BB962C8B-B14F-4D97-AF65-F5344CB8AC3E}">
        <p14:creationId xmlns:p14="http://schemas.microsoft.com/office/powerpoint/2010/main" val="563065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336940-1D9A-0C0C-8A5E-548CF295E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7375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6BBFF-6D30-17C0-2080-5E4EA52EB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C29B62-06C4-ECCE-061C-92F3C721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1823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25B0C-1AC5-7C73-C698-22478D6D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6DDD3A-6A17-8F89-FAB7-8602A8D9B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0801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9C50-D2E8-0D36-0CD6-F449ACD9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A3484C-84C5-9611-B9A3-EC815AE6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1064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B1E3-4BC0-FE60-9768-A8BF7C68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78AEE2-A246-A1C6-4560-CA842D66F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62855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26626-8739-CC9C-75A7-BD33B41C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FB7DC7-5A70-2C67-BCEA-CA4AF024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2974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D545-114F-3718-F7A0-0F3442A40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764423-3C9B-1FC3-A529-6237CB30C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92883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6A75E-AD74-68AE-248B-A983EB6F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06BFBF-15A9-174D-D008-97A89E0C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85449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06AE3-A0D5-FD0E-A986-0E761CAE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D8BEA0-5AFC-CBEA-364A-61163F2E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83678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F54BE-641E-3C49-99EE-129A3C0C7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0B5080-ABA1-FAE9-A7F9-991A7D1E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95097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846BE-B828-7AA9-98B7-FA18F7F8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C245B9-AB98-F384-B7F2-50DAA3945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3967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6A49-1314-68F5-06C0-2A5C1E50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7063DC-A6FF-0712-4E24-12F4E0D40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19861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6945-A6A2-2546-EB04-C532B20F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6FBCD7-8F5B-6842-AFBE-33BF0478A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08138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095A-1E3E-F9B0-B0BD-020C1B39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4247DA-4EB5-5DD5-BA79-050C7FCC4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0757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3C3C9-9CDB-C771-0C78-BA44FB28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5F8DAF-CE43-096C-2B9B-562C7EF5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43478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0EB9F-9457-5CEB-0A42-42459F47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7C858E-09AD-3C80-3AE2-78B9141A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1389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59CE-639F-4E1E-AD9D-53AF7050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77673F-8960-633B-B691-A3027EC83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7478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964DD-2806-52B3-FBB0-DCC0F0D6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BFC1C3-9B1C-0B9E-1323-E403341A4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75522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3CBFD-5F21-0EDF-416D-03DF89EB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56509D4-D554-9AA0-C630-E903BE060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0148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F6B1C-435C-62AC-6A28-B510ED4C8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B79668-EEDC-2424-3B9B-9D4A1F67B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4370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F4AC-BA10-5CDB-DD0D-EE35A1851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69707A7-0F82-B420-B77D-3DB4C3B8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754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650A-9AEB-A797-6A2F-0A1AF89C8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95DDF9-7C3A-D209-3A28-80F576DF2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3870498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</TotalTime>
  <Words>5</Words>
  <Application>Microsoft Office PowerPoint</Application>
  <PresentationFormat>Широкоэкранный</PresentationFormat>
  <Paragraphs>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Аспект</vt:lpstr>
      <vt:lpstr>Многопараметрические гипотезы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10</cp:revision>
  <dcterms:created xsi:type="dcterms:W3CDTF">2020-05-06T22:34:36Z</dcterms:created>
  <dcterms:modified xsi:type="dcterms:W3CDTF">2026-04-15T18:39:26Z</dcterms:modified>
</cp:coreProperties>
</file>