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62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F109DB0-B938-5BBE-83E7-B7A43CB2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/>
          <a:lstStyle/>
          <a:p>
            <a:r>
              <a:rPr lang="ru-RU" dirty="0"/>
              <a:t>Многопараметрические гипотезы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9B2F0B3-4F00-F003-7761-6549B401B9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Двухфакторная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56306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6BD94F-5DD6-A2CE-B2BE-229641E2D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71549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FFC0AC-3BA4-8BC0-A1C2-2E79E2491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524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45116C-6B53-3350-B82A-9F2DFBC28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6725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A21EE6-081D-67F6-096C-BBBA2B94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640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B991E4-CE81-27A3-997C-95BA4476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581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75F81C-9FCF-063B-6468-946B14F1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387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6D7B66-E75B-C7CE-45CE-C50C788CB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30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9E4278-0A60-9A4E-3BEC-3B02335A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197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582B-7058-AD0D-ED4D-C67DA614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BB0F5D-A14D-D051-1660-79792DB3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25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FEB5-5464-6484-BF6D-E3D91617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842481-9556-D1F8-6900-718DAB79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21304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DE6A-BD05-9050-6A88-92F93077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BC4B45-CAF9-FE05-5E18-4D6D931B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41956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6ACD-0C56-D396-B4FB-72303AF9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BD9FC1-789B-32FD-4173-3DD5E76C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77753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D0BE-CB96-F6C7-C510-3B1FC93C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07E605-2880-A95C-C2B1-1BEE6F366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5473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C659A-F95A-30FB-2764-DAEC3E8D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E98B04-5669-63E4-E34C-EBA4097D2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374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E048-B53F-D926-A5D2-90A67329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D01BE4-7743-F1B0-B505-35FA55E4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9992204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4</Words>
  <Application>Microsoft Office PowerPoint</Application>
  <PresentationFormat>Широкоэкранный</PresentationFormat>
  <Paragraphs>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Аспект</vt:lpstr>
      <vt:lpstr>Многопараметрические гипотезы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7</cp:revision>
  <dcterms:created xsi:type="dcterms:W3CDTF">2020-05-06T22:34:36Z</dcterms:created>
  <dcterms:modified xsi:type="dcterms:W3CDTF">2025-04-17T09:29:55Z</dcterms:modified>
</cp:coreProperties>
</file>